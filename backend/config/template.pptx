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6"/>
  </p:sldMasterIdLst>
  <p:notesMasterIdLst>
    <p:notesMasterId r:id="rId7"/>
  </p:notesMasterIdLst>
  <p:handoutMasterIdLst>
    <p:handoutMasterId r:id="rId8"/>
  </p:handoutMasterIdLst>
  <p:sldSz cx="12192000" cy="6858000"/>
  <p:notesSz cx="6858000" cy="9144000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Roboto Condensed" panose="02000000000000000000" pitchFamily="2" charset="0"/>
      <p:regular r:id="rId13"/>
      <p:bold r:id="rId14"/>
      <p:italic r:id="rId15"/>
      <p:boldItalic r:id="rId16"/>
    </p:embeddedFont>
    <p:embeddedFont>
      <p:font typeface="Webdings" panose="05030102010509060703" pitchFamily="18" charset="2"/>
      <p:regular r:id="rId17"/>
    </p:embeddedFont>
  </p:embeddedFontLst>
  <p:custDataLst>
    <p:custData r:id="rId1"/>
    <p:custData r:id="rId2"/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415356-E4DB-49B9-9398-9A0D5F562490}" name="Kirstin Armistead" initials="KA" userId="S::Kirstin.Armistead@npd.com::327e65e7-6470-4024-8323-7b9dc5548c58" providerId="AD"/>
  <p188:author id="{9D467F5F-A2F6-D5B5-8542-B8FAA38D685F}" name="Keisha Ridwan" initials="KR" userId="S::keisha.ridwan@landorandfitch.com::b5d18e47-bc42-422a-a197-fcf3ca4d761f" providerId="AD"/>
  <p188:author id="{1D1A4566-9589-5DE7-B515-BA6DF3E4FB61}" name="Lynn Ritts" initials="LR" userId="S::lynn.ritts@landorandfitch.com::d48c719e-6ea1-4ee3-aa08-6e6232f87e60" providerId="AD"/>
  <p188:author id="{FC24E1A0-854A-820C-5961-93231044500E}" name="Kirstin Armistead" initials="KA" userId="S::kirstin.armistead@npd.com::327e65e7-6470-4024-8323-7b9dc5548c58" providerId="AD"/>
  <p188:author id="{C84149C6-9ED4-5991-C086-E99EC5CA9220}" name="Abigail Dean" initials="AD" userId="S::Abigail.Dean@npd.com::e98040ec-8e2d-4954-8b13-0a3c7c6230e5" providerId="AD"/>
  <p188:author id="{A3C9D8D0-A848-354F-0464-634B2502D63E}" name="Pallavi Kadam" initials="PK" userId="Pallavi Kada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D2E"/>
    <a:srgbClr val="00B929"/>
    <a:srgbClr val="03BF01"/>
    <a:srgbClr val="FF0615"/>
    <a:srgbClr val="8B57A8"/>
    <a:srgbClr val="964894"/>
    <a:srgbClr val="BD3884"/>
    <a:srgbClr val="D94B7D"/>
    <a:srgbClr val="F75F75"/>
    <a:srgbClr val="E8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5" autoAdjust="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632" y="11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font" Target="fonts/font3.fntdata"/><Relationship Id="rId24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font" Target="fonts/font7.fntdata"/><Relationship Id="rId23" Type="http://schemas.microsoft.com/office/2016/11/relationships/changesInfo" Target="changesInfos/changesInfo1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ran MacDermott" userId="116ebf82-00f6-435e-9a27-19743fcd3c10" providerId="ADAL" clId="{009FA7B8-742B-4E91-8C17-F63941AB33AF}"/>
    <pc:docChg chg="modMainMaster">
      <pc:chgData name="Ciaran MacDermott" userId="116ebf82-00f6-435e-9a27-19743fcd3c10" providerId="ADAL" clId="{009FA7B8-742B-4E91-8C17-F63941AB33AF}" dt="2026-01-20T11:15:31.308" v="8" actId="1076"/>
      <pc:docMkLst>
        <pc:docMk/>
      </pc:docMkLst>
      <pc:sldMasterChg chg="modSp mod modSldLayout">
        <pc:chgData name="Ciaran MacDermott" userId="116ebf82-00f6-435e-9a27-19743fcd3c10" providerId="ADAL" clId="{009FA7B8-742B-4E91-8C17-F63941AB33AF}" dt="2026-01-20T11:15:31.308" v="8" actId="1076"/>
        <pc:sldMasterMkLst>
          <pc:docMk/>
          <pc:sldMasterMk cId="291838473" sldId="2147483648"/>
        </pc:sldMasterMkLst>
        <pc:spChg chg="mod">
          <ac:chgData name="Ciaran MacDermott" userId="116ebf82-00f6-435e-9a27-19743fcd3c10" providerId="ADAL" clId="{009FA7B8-742B-4E91-8C17-F63941AB33AF}" dt="2026-01-20T11:15:29.224" v="7" actId="20577"/>
          <ac:spMkLst>
            <pc:docMk/>
            <pc:sldMasterMk cId="291838473" sldId="2147483648"/>
            <ac:spMk id="4" creationId="{D4953C7F-98C6-59A0-7F14-868747C8AF9B}"/>
          </ac:spMkLst>
        </pc:spChg>
        <pc:spChg chg="mod">
          <ac:chgData name="Ciaran MacDermott" userId="116ebf82-00f6-435e-9a27-19743fcd3c10" providerId="ADAL" clId="{009FA7B8-742B-4E91-8C17-F63941AB33AF}" dt="2026-01-20T11:15:31.308" v="8" actId="1076"/>
          <ac:spMkLst>
            <pc:docMk/>
            <pc:sldMasterMk cId="291838473" sldId="2147483648"/>
            <ac:spMk id="304" creationId="{AA778CD1-1496-E4AE-F80C-E55A02605710}"/>
          </ac:spMkLst>
        </pc:spChg>
        <pc:sldLayoutChg chg="modSp mod">
          <pc:chgData name="Ciaran MacDermott" userId="116ebf82-00f6-435e-9a27-19743fcd3c10" providerId="ADAL" clId="{009FA7B8-742B-4E91-8C17-F63941AB33AF}" dt="2026-01-19T16:17:17.101" v="6" actId="1076"/>
          <pc:sldLayoutMkLst>
            <pc:docMk/>
            <pc:sldMasterMk cId="291838473" sldId="2147483648"/>
            <pc:sldLayoutMk cId="2552557218" sldId="2147483735"/>
          </pc:sldLayoutMkLst>
          <pc:spChg chg="mod">
            <ac:chgData name="Ciaran MacDermott" userId="116ebf82-00f6-435e-9a27-19743fcd3c10" providerId="ADAL" clId="{009FA7B8-742B-4E91-8C17-F63941AB33AF}" dt="2026-01-19T16:17:17.101" v="6" actId="1076"/>
            <ac:spMkLst>
              <pc:docMk/>
              <pc:sldMasterMk cId="291838473" sldId="2147483648"/>
              <pc:sldLayoutMk cId="2552557218" sldId="2147483735"/>
              <ac:spMk id="9" creationId="{5CF382B8-3D4F-56AA-251B-1463C20962EE}"/>
            </ac:spMkLst>
          </pc:spChg>
        </pc:sldLayoutChg>
        <pc:sldLayoutChg chg="modSp mod">
          <pc:chgData name="Ciaran MacDermott" userId="116ebf82-00f6-435e-9a27-19743fcd3c10" providerId="ADAL" clId="{009FA7B8-742B-4E91-8C17-F63941AB33AF}" dt="2026-01-19T16:17:01.276" v="2" actId="1076"/>
          <pc:sldLayoutMkLst>
            <pc:docMk/>
            <pc:sldMasterMk cId="291838473" sldId="2147483648"/>
            <pc:sldLayoutMk cId="1164329443" sldId="2147483745"/>
          </pc:sldLayoutMkLst>
          <pc:spChg chg="mod">
            <ac:chgData name="Ciaran MacDermott" userId="116ebf82-00f6-435e-9a27-19743fcd3c10" providerId="ADAL" clId="{009FA7B8-742B-4E91-8C17-F63941AB33AF}" dt="2026-01-19T16:17:01.276" v="2" actId="1076"/>
            <ac:spMkLst>
              <pc:docMk/>
              <pc:sldMasterMk cId="291838473" sldId="2147483648"/>
              <pc:sldLayoutMk cId="1164329443" sldId="2147483745"/>
              <ac:spMk id="5" creationId="{6C628281-1B7A-F03A-961F-96113EC8D77B}"/>
            </ac:spMkLst>
          </pc:spChg>
        </pc:sldLayoutChg>
        <pc:sldLayoutChg chg="modSp mod">
          <pc:chgData name="Ciaran MacDermott" userId="116ebf82-00f6-435e-9a27-19743fcd3c10" providerId="ADAL" clId="{009FA7B8-742B-4E91-8C17-F63941AB33AF}" dt="2026-01-19T16:17:09.957" v="4" actId="1076"/>
          <pc:sldLayoutMkLst>
            <pc:docMk/>
            <pc:sldMasterMk cId="291838473" sldId="2147483648"/>
            <pc:sldLayoutMk cId="1348863366" sldId="2147483747"/>
          </pc:sldLayoutMkLst>
          <pc:spChg chg="mod">
            <ac:chgData name="Ciaran MacDermott" userId="116ebf82-00f6-435e-9a27-19743fcd3c10" providerId="ADAL" clId="{009FA7B8-742B-4E91-8C17-F63941AB33AF}" dt="2026-01-19T16:17:09.957" v="4" actId="1076"/>
            <ac:spMkLst>
              <pc:docMk/>
              <pc:sldMasterMk cId="291838473" sldId="2147483648"/>
              <pc:sldLayoutMk cId="1348863366" sldId="2147483747"/>
              <ac:spMk id="9" creationId="{5CF382B8-3D4F-56AA-251B-1463C20962EE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176ABD-D415-3A4E-6251-F7BD520761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>
              <a:latin typeface="Roboto Condensed" panose="02000000000000000000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B09FD-45B2-4F06-F3B6-A91FAC89B7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1CE73-D1CC-408D-9CFA-332F7D5DFA87}" type="datetimeFigureOut">
              <a:rPr lang="en-IN" smtClean="0">
                <a:latin typeface="Roboto Condensed" panose="02000000000000000000" pitchFamily="2" charset="0"/>
              </a:rPr>
              <a:t>11-02-2026</a:t>
            </a:fld>
            <a:endParaRPr lang="en-IN">
              <a:latin typeface="Roboto Condensed" panose="020000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E10F2-81F4-EDC8-D658-271E7452F7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>
              <a:latin typeface="Roboto Condensed" panose="020000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DAAA5-F891-F4E2-177C-815E9B5DC4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18B3C-F40A-41B7-A24E-273160623EDE}" type="slidenum">
              <a:rPr lang="en-IN" smtClean="0">
                <a:latin typeface="Roboto Condensed" panose="02000000000000000000" pitchFamily="2" charset="0"/>
              </a:rPr>
              <a:t>‹#›</a:t>
            </a:fld>
            <a:endParaRPr lang="en-IN">
              <a:latin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7018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Roboto Condensed" panose="02000000000000000000" pitchFamily="2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Roboto Condensed" panose="02000000000000000000" pitchFamily="2" charset="0"/>
              </a:defRPr>
            </a:lvl1pPr>
          </a:lstStyle>
          <a:p>
            <a:fld id="{307DE8BB-B8EC-4474-8110-BAA69103DC5E}" type="datetimeFigureOut">
              <a:rPr lang="en-IN" smtClean="0"/>
              <a:pPr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Roboto Condensed" panose="02000000000000000000" pitchFamily="2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Roboto Condensed" panose="02000000000000000000" pitchFamily="2" charset="0"/>
              </a:defRPr>
            </a:lvl1pPr>
          </a:lstStyle>
          <a:p>
            <a:fld id="{4651A142-58BA-4283-8945-0CA040D1F99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72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Roboto Condensed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Data Object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D99873-FD20-385C-606A-FE03352C05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640" y="1910339"/>
            <a:ext cx="4561974" cy="2537180"/>
          </a:xfrm>
        </p:spPr>
        <p:txBody>
          <a:bodyPr wrap="square" anchor="b">
            <a:noAutofit/>
          </a:bodyPr>
          <a:lstStyle>
            <a:lvl1pPr algn="l">
              <a:lnSpc>
                <a:spcPct val="80000"/>
              </a:lnSpc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3CC647F-6A40-181E-FD3B-92D3E57EA2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8641" y="6083583"/>
            <a:ext cx="2627376" cy="20767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en-IN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DCFD21C-96BC-EDF9-5189-986594B818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8641" y="4730750"/>
            <a:ext cx="4561974" cy="893763"/>
          </a:xfrm>
        </p:spPr>
        <p:txBody>
          <a:bodyPr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subhead, if needed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2FE8B417-F002-A29C-8BFE-8349963C67B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40012" y="0"/>
            <a:ext cx="6851989" cy="6858000"/>
          </a:xfrm>
          <a:custGeom>
            <a:avLst/>
            <a:gdLst>
              <a:gd name="connsiteX0" fmla="*/ 1452137 w 6851989"/>
              <a:gd name="connsiteY0" fmla="*/ 0 h 6858000"/>
              <a:gd name="connsiteX1" fmla="*/ 6851989 w 6851989"/>
              <a:gd name="connsiteY1" fmla="*/ 0 h 6858000"/>
              <a:gd name="connsiteX2" fmla="*/ 6851989 w 6851989"/>
              <a:gd name="connsiteY2" fmla="*/ 6858000 h 6858000"/>
              <a:gd name="connsiteX3" fmla="*/ 1452140 w 6851989"/>
              <a:gd name="connsiteY3" fmla="*/ 6858000 h 6858000"/>
              <a:gd name="connsiteX4" fmla="*/ 1399585 w 6851989"/>
              <a:gd name="connsiteY4" fmla="*/ 6807893 h 6858000"/>
              <a:gd name="connsiteX5" fmla="*/ 0 w 6851989"/>
              <a:gd name="connsiteY5" fmla="*/ 3428999 h 6858000"/>
              <a:gd name="connsiteX6" fmla="*/ 1399585 w 6851989"/>
              <a:gd name="connsiteY6" fmla="*/ 501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1989" h="6858000">
                <a:moveTo>
                  <a:pt x="1452137" y="0"/>
                </a:moveTo>
                <a:lnTo>
                  <a:pt x="6851989" y="0"/>
                </a:lnTo>
                <a:lnTo>
                  <a:pt x="6851989" y="6858000"/>
                </a:lnTo>
                <a:lnTo>
                  <a:pt x="1452140" y="6858000"/>
                </a:lnTo>
                <a:lnTo>
                  <a:pt x="1399585" y="6807893"/>
                </a:lnTo>
                <a:cubicBezTo>
                  <a:pt x="534849" y="5943159"/>
                  <a:pt x="0" y="4748539"/>
                  <a:pt x="0" y="3428999"/>
                </a:cubicBezTo>
                <a:cubicBezTo>
                  <a:pt x="0" y="2109459"/>
                  <a:pt x="534849" y="914839"/>
                  <a:pt x="1399585" y="5010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Add image, then ‘Send to Back’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FBA30-1136-687D-F1A5-88DFF48B6D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" r="95"/>
          <a:stretch/>
        </p:blipFill>
        <p:spPr>
          <a:xfrm>
            <a:off x="225083" y="255508"/>
            <a:ext cx="3322979" cy="1371600"/>
          </a:xfrm>
          <a:prstGeom prst="rect">
            <a:avLst/>
          </a:prstGeom>
        </p:spPr>
      </p:pic>
      <p:pic>
        <p:nvPicPr>
          <p:cNvPr id="2" name="Picture Placeholder 6">
            <a:extLst>
              <a:ext uri="{FF2B5EF4-FFF2-40B4-BE49-F238E27FC236}">
                <a16:creationId xmlns:a16="http://schemas.microsoft.com/office/drawing/2014/main" id="{3DBE6A35-95B2-8437-26CC-B6F1914BC7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>
          <a:xfrm>
            <a:off x="5340011" y="0"/>
            <a:ext cx="6851989" cy="6858000"/>
          </a:xfrm>
          <a:custGeom>
            <a:avLst/>
            <a:gdLst>
              <a:gd name="connsiteX0" fmla="*/ 1452137 w 6851989"/>
              <a:gd name="connsiteY0" fmla="*/ 0 h 6858000"/>
              <a:gd name="connsiteX1" fmla="*/ 6851989 w 6851989"/>
              <a:gd name="connsiteY1" fmla="*/ 0 h 6858000"/>
              <a:gd name="connsiteX2" fmla="*/ 6851989 w 6851989"/>
              <a:gd name="connsiteY2" fmla="*/ 6858000 h 6858000"/>
              <a:gd name="connsiteX3" fmla="*/ 1452140 w 6851989"/>
              <a:gd name="connsiteY3" fmla="*/ 6858000 h 6858000"/>
              <a:gd name="connsiteX4" fmla="*/ 1399585 w 6851989"/>
              <a:gd name="connsiteY4" fmla="*/ 6807893 h 6858000"/>
              <a:gd name="connsiteX5" fmla="*/ 0 w 6851989"/>
              <a:gd name="connsiteY5" fmla="*/ 3428999 h 6858000"/>
              <a:gd name="connsiteX6" fmla="*/ 1399585 w 6851989"/>
              <a:gd name="connsiteY6" fmla="*/ 501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1989" h="6858000">
                <a:moveTo>
                  <a:pt x="1452137" y="0"/>
                </a:moveTo>
                <a:lnTo>
                  <a:pt x="6851989" y="0"/>
                </a:lnTo>
                <a:lnTo>
                  <a:pt x="6851989" y="6858000"/>
                </a:lnTo>
                <a:lnTo>
                  <a:pt x="1452140" y="6858000"/>
                </a:lnTo>
                <a:lnTo>
                  <a:pt x="1399585" y="6807893"/>
                </a:lnTo>
                <a:cubicBezTo>
                  <a:pt x="534849" y="5943159"/>
                  <a:pt x="0" y="4748539"/>
                  <a:pt x="0" y="3428999"/>
                </a:cubicBezTo>
                <a:cubicBezTo>
                  <a:pt x="0" y="2109459"/>
                  <a:pt x="534849" y="914839"/>
                  <a:pt x="1399585" y="5010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679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tal Industry Forec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13">
            <a:extLst>
              <a:ext uri="{FF2B5EF4-FFF2-40B4-BE49-F238E27FC236}">
                <a16:creationId xmlns:a16="http://schemas.microsoft.com/office/drawing/2014/main" id="{911A3398-8ADB-312C-F327-F80540D1E92C}"/>
              </a:ext>
            </a:extLst>
          </p:cNvPr>
          <p:cNvSpPr>
            <a:spLocks noGrp="1"/>
          </p:cNvSpPr>
          <p:nvPr>
            <p:ph type="chart" sz="quarter" idx="36"/>
          </p:nvPr>
        </p:nvSpPr>
        <p:spPr>
          <a:xfrm>
            <a:off x="6441283" y="2713856"/>
            <a:ext cx="5120640" cy="3108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5DB8E66A-5057-EF25-ACC4-B4B189C5C025}"/>
              </a:ext>
            </a:extLst>
          </p:cNvPr>
          <p:cNvSpPr>
            <a:spLocks noGrp="1"/>
          </p:cNvSpPr>
          <p:nvPr>
            <p:ph type="chart" sz="quarter" idx="35"/>
          </p:nvPr>
        </p:nvSpPr>
        <p:spPr>
          <a:xfrm>
            <a:off x="677045" y="2712331"/>
            <a:ext cx="5120640" cy="3108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3006F15-A1CF-307E-347F-71832B9A0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2650" y="2083556"/>
            <a:ext cx="2829462" cy="50292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1" kern="1200" cap="none" spc="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headline here</a:t>
            </a:r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 dirty="0"/>
              <a:t>Place headline here</a:t>
            </a:r>
            <a:endParaRPr lang="en-IN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13964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1A0D5D-1511-B8FC-455F-83921796582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68293"/>
            <a:ext cx="0" cy="359703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DBC0AA17-77DB-0D2B-FB8A-3939B40AD13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37621" y="6393514"/>
            <a:ext cx="4340570" cy="303477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>
                <a:solidFill>
                  <a:schemeClr val="tx1"/>
                </a:solidFill>
              </a:rPr>
              <a:t>Primary footnote here (“actuals”, </a:t>
            </a:r>
            <a:r>
              <a:rPr lang="en-US" sz="900" err="1">
                <a:solidFill>
                  <a:schemeClr val="tx1"/>
                </a:solidFill>
              </a:rPr>
              <a:t>etc</a:t>
            </a:r>
            <a:r>
              <a:rPr lang="en-US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13D5A14A-E74C-0BFD-FE8F-1CE604B0791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911632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 line goes here, Roboto 9pt, black, delete if not needed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D85DC3A-143D-6D9C-9F53-41EF586C81F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58956" y="2083556"/>
            <a:ext cx="2829462" cy="50292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1" kern="1200" cap="none" spc="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headline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8C6D24F-222B-14E8-4528-49C5CCDB31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630803" y="1839518"/>
            <a:ext cx="2829462" cy="50292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1" kern="1200" cap="none" spc="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78958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tal Category Forec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0F688BEC-D31D-A1F1-5C98-97DD79993EB7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3547586" y="2567678"/>
            <a:ext cx="5120640" cy="3108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/>
              <a:t>Place headline here</a:t>
            </a:r>
            <a:endParaRPr lang="en-IN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CF382B8-3D4F-56AA-251B-1463C20962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26547" y="6277069"/>
            <a:ext cx="5562717" cy="303477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 dirty="0">
                <a:solidFill>
                  <a:schemeClr val="tx1"/>
                </a:solidFill>
              </a:rPr>
              <a:t>Primary footnote here (“actuals”, </a:t>
            </a:r>
            <a:r>
              <a:rPr lang="en-US" sz="900" dirty="0" err="1">
                <a:solidFill>
                  <a:schemeClr val="tx1"/>
                </a:solidFill>
              </a:rPr>
              <a:t>etc</a:t>
            </a:r>
            <a:r>
              <a:rPr lang="en-US" sz="9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CF5BD7C-217B-CC6F-03C5-20EA2C787D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57775" y="2010325"/>
            <a:ext cx="2076450" cy="18559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38AA5D0D-1A56-549F-B61D-E8B18FE1491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29336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</p:spTree>
    <p:extLst>
      <p:ext uri="{BB962C8B-B14F-4D97-AF65-F5344CB8AC3E}">
        <p14:creationId xmlns:p14="http://schemas.microsoft.com/office/powerpoint/2010/main" val="255255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tal Category Forec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093384D8-A496-599E-006C-DF201E6DA9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0207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Chart Placeholder 14">
            <a:extLst>
              <a:ext uri="{FF2B5EF4-FFF2-40B4-BE49-F238E27FC236}">
                <a16:creationId xmlns:a16="http://schemas.microsoft.com/office/drawing/2014/main" id="{7B66F132-4234-9A4B-DCE7-EC482D48CC0A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617843" y="2838186"/>
            <a:ext cx="5120640" cy="31089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Chart Placeholder 14">
            <a:extLst>
              <a:ext uri="{FF2B5EF4-FFF2-40B4-BE49-F238E27FC236}">
                <a16:creationId xmlns:a16="http://schemas.microsoft.com/office/drawing/2014/main" id="{0F688BEC-D31D-A1F1-5C98-97DD79993EB7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538668" y="2828608"/>
            <a:ext cx="5120640" cy="3108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327853"/>
            <a:ext cx="11187113" cy="548640"/>
          </a:xfrm>
        </p:spPr>
        <p:txBody>
          <a:bodyPr vert="horz"/>
          <a:lstStyle/>
          <a:p>
            <a:r>
              <a:rPr lang="en-US"/>
              <a:t>Place headline here</a:t>
            </a:r>
            <a:endParaRPr lang="en-IN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88012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84371-F81A-966A-A619-3C4DFA122253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3664" y="3157268"/>
            <a:ext cx="14242" cy="299035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CF382B8-3D4F-56AA-251B-1463C20962E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16485" y="6393514"/>
            <a:ext cx="4187580" cy="265180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>
                <a:solidFill>
                  <a:schemeClr val="tx1"/>
                </a:solidFill>
              </a:rPr>
              <a:t>Primary footnote here (“actuals”, </a:t>
            </a:r>
            <a:r>
              <a:rPr lang="en-US" sz="900" err="1">
                <a:solidFill>
                  <a:schemeClr val="tx1"/>
                </a:solidFill>
              </a:rPr>
              <a:t>etc</a:t>
            </a:r>
            <a:r>
              <a:rPr lang="en-US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CF5BD7C-217B-CC6F-03C5-20EA2C787D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03306" y="2342597"/>
            <a:ext cx="3567112" cy="20562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DDF42D84-0C5D-4C43-11EA-FBEA5D4F9FD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51983" y="2348245"/>
            <a:ext cx="3746347" cy="23436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3" name="Text Placeholder 27">
            <a:extLst>
              <a:ext uri="{FF2B5EF4-FFF2-40B4-BE49-F238E27FC236}">
                <a16:creationId xmlns:a16="http://schemas.microsoft.com/office/drawing/2014/main" id="{38AA5D0D-1A56-549F-B61D-E8B18FE1491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53327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7A1E2E9-A12D-2346-87CA-772242A403C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22521" y="2235005"/>
            <a:ext cx="2829462" cy="502920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1" kern="1200" cap="none" spc="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1348863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/Line Chart Comb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DD4012F-DDF4-A885-43D1-CF795EEA7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4643" y="2696400"/>
            <a:ext cx="2097517" cy="18560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1" name="Chart Placeholder 4">
            <a:extLst>
              <a:ext uri="{FF2B5EF4-FFF2-40B4-BE49-F238E27FC236}">
                <a16:creationId xmlns:a16="http://schemas.microsoft.com/office/drawing/2014/main" id="{DE314286-DED5-8E41-A6D6-CD93E45FEB65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109073" y="3121995"/>
            <a:ext cx="2817122" cy="196435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/>
              <a:t>Place headline here</a:t>
            </a:r>
            <a:endParaRPr lang="en-IN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92649BA-BEC6-6E3D-7A3F-388767355550}"/>
              </a:ext>
            </a:extLst>
          </p:cNvPr>
          <p:cNvCxnSpPr>
            <a:cxnSpLocks/>
          </p:cNvCxnSpPr>
          <p:nvPr userDrawn="1"/>
        </p:nvCxnSpPr>
        <p:spPr>
          <a:xfrm>
            <a:off x="3019425" y="2218698"/>
            <a:ext cx="0" cy="35970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9E05911-932B-789B-2475-9A6A078227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73190" y="6358132"/>
            <a:ext cx="3033713" cy="303477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>
                <a:solidFill>
                  <a:schemeClr val="tx1"/>
                </a:solidFill>
              </a:rPr>
              <a:t>Primary footnote here (“actuals”, </a:t>
            </a:r>
            <a:r>
              <a:rPr lang="en-US" sz="900" err="1">
                <a:solidFill>
                  <a:schemeClr val="tx1"/>
                </a:solidFill>
              </a:rPr>
              <a:t>etc</a:t>
            </a:r>
            <a:r>
              <a:rPr lang="en-US" sz="9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10272EFB-F7C7-EC58-EEB5-90816D0B639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1927" y="5815734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D0EB83-056E-B072-980D-1919891EE9B9}"/>
              </a:ext>
            </a:extLst>
          </p:cNvPr>
          <p:cNvCxnSpPr>
            <a:cxnSpLocks/>
          </p:cNvCxnSpPr>
          <p:nvPr userDrawn="1"/>
        </p:nvCxnSpPr>
        <p:spPr>
          <a:xfrm>
            <a:off x="9125362" y="2093768"/>
            <a:ext cx="0" cy="35970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4E8292-0BEF-6FFF-E55D-5948A6311575}"/>
              </a:ext>
            </a:extLst>
          </p:cNvPr>
          <p:cNvCxnSpPr>
            <a:cxnSpLocks/>
          </p:cNvCxnSpPr>
          <p:nvPr userDrawn="1"/>
        </p:nvCxnSpPr>
        <p:spPr>
          <a:xfrm>
            <a:off x="6088856" y="2093768"/>
            <a:ext cx="0" cy="359703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art Placeholder 4">
            <a:extLst>
              <a:ext uri="{FF2B5EF4-FFF2-40B4-BE49-F238E27FC236}">
                <a16:creationId xmlns:a16="http://schemas.microsoft.com/office/drawing/2014/main" id="{7AE7F058-7A56-14E9-CDF7-8B59EEDC6F38}"/>
              </a:ext>
            </a:extLst>
          </p:cNvPr>
          <p:cNvSpPr>
            <a:spLocks noGrp="1"/>
          </p:cNvSpPr>
          <p:nvPr>
            <p:ph type="chart" sz="quarter" idx="50"/>
          </p:nvPr>
        </p:nvSpPr>
        <p:spPr>
          <a:xfrm>
            <a:off x="6176910" y="3120983"/>
            <a:ext cx="2855225" cy="1965367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Chart Placeholder 4">
            <a:extLst>
              <a:ext uri="{FF2B5EF4-FFF2-40B4-BE49-F238E27FC236}">
                <a16:creationId xmlns:a16="http://schemas.microsoft.com/office/drawing/2014/main" id="{BF545BB4-CDBE-7A13-4219-943ACB0540F3}"/>
              </a:ext>
            </a:extLst>
          </p:cNvPr>
          <p:cNvSpPr>
            <a:spLocks noGrp="1"/>
          </p:cNvSpPr>
          <p:nvPr>
            <p:ph type="chart" sz="quarter" idx="51"/>
          </p:nvPr>
        </p:nvSpPr>
        <p:spPr>
          <a:xfrm>
            <a:off x="3145578" y="3123765"/>
            <a:ext cx="2855225" cy="19625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Chart Placeholder 4">
            <a:extLst>
              <a:ext uri="{FF2B5EF4-FFF2-40B4-BE49-F238E27FC236}">
                <a16:creationId xmlns:a16="http://schemas.microsoft.com/office/drawing/2014/main" id="{76E69063-FB29-5128-97F2-1C2FD815ADAC}"/>
              </a:ext>
            </a:extLst>
          </p:cNvPr>
          <p:cNvSpPr>
            <a:spLocks noGrp="1"/>
          </p:cNvSpPr>
          <p:nvPr>
            <p:ph type="chart" sz="quarter" idx="52"/>
          </p:nvPr>
        </p:nvSpPr>
        <p:spPr>
          <a:xfrm>
            <a:off x="9213415" y="3118778"/>
            <a:ext cx="2855225" cy="1967572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51CC28-0AFF-3BC8-A26F-32946B5F7D5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524646" y="2699196"/>
            <a:ext cx="2097088" cy="185738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3pPr marL="411163" indent="0">
              <a:buNone/>
              <a:defRPr/>
            </a:lvl3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C6AD10B-8A3B-354B-76EE-6254A2B22E8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592697" y="2696400"/>
            <a:ext cx="2097088" cy="185737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382D031-DFCD-25C0-54DF-05E321C3903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55978" y="2696400"/>
            <a:ext cx="2097088" cy="185738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Category 1</a:t>
            </a:r>
          </a:p>
        </p:txBody>
      </p:sp>
    </p:spTree>
    <p:extLst>
      <p:ext uri="{BB962C8B-B14F-4D97-AF65-F5344CB8AC3E}">
        <p14:creationId xmlns:p14="http://schemas.microsoft.com/office/powerpoint/2010/main" val="64509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ide by Side Charts w/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7240EB8F-ECF6-FE60-8D5E-3423EFE52944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278909" y="3148861"/>
            <a:ext cx="3760788" cy="23042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167">
            <a:extLst>
              <a:ext uri="{FF2B5EF4-FFF2-40B4-BE49-F238E27FC236}">
                <a16:creationId xmlns:a16="http://schemas.microsoft.com/office/drawing/2014/main" id="{A26003D7-16E3-0896-C921-C63FA0EACCEF}"/>
              </a:ext>
            </a:extLst>
          </p:cNvPr>
          <p:cNvSpPr txBox="1">
            <a:spLocks/>
          </p:cNvSpPr>
          <p:nvPr userDrawn="1"/>
        </p:nvSpPr>
        <p:spPr>
          <a:xfrm>
            <a:off x="11536219" y="6311218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A9D80-AB25-435A-8FE8-312BAE251715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8AC14-DC08-A456-6606-DB75F6DEDE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50" y="580801"/>
            <a:ext cx="11187113" cy="548640"/>
          </a:xfrm>
        </p:spPr>
        <p:txBody>
          <a:bodyPr/>
          <a:lstStyle/>
          <a:p>
            <a:r>
              <a:rPr lang="en-US" dirty="0"/>
              <a:t>Place headline here</a:t>
            </a:r>
            <a:endParaRPr lang="en-IN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1B2CC0-C865-AE26-BB17-03DE6D6E7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181362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/>
              <a:t>Place text here</a:t>
            </a:r>
          </a:p>
        </p:txBody>
      </p:sp>
      <p:sp>
        <p:nvSpPr>
          <p:cNvPr id="7" name="Text Placeholder 27">
            <a:extLst>
              <a:ext uri="{FF2B5EF4-FFF2-40B4-BE49-F238E27FC236}">
                <a16:creationId xmlns:a16="http://schemas.microsoft.com/office/drawing/2014/main" id="{A1C7365E-57FE-36F6-4B76-41D47B39D5C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125454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50D01-5D3B-ABF0-D6BD-635A57EAF1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E796B44-4805-FE36-66D0-5FC6A77E1DE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72030" y="2458372"/>
            <a:ext cx="1974546" cy="173298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0CA86E6-C510-F79E-4711-55BDFA0195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88616" y="2453581"/>
            <a:ext cx="2014324" cy="18288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2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6D16617-6928-78F8-B70A-84C7F23F750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39760" y="2453581"/>
            <a:ext cx="2002077" cy="178089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83BC1F-4589-8331-F5FC-BCF567085BEA}"/>
              </a:ext>
            </a:extLst>
          </p:cNvPr>
          <p:cNvCxnSpPr>
            <a:cxnSpLocks/>
          </p:cNvCxnSpPr>
          <p:nvPr userDrawn="1"/>
        </p:nvCxnSpPr>
        <p:spPr>
          <a:xfrm>
            <a:off x="4131336" y="2350110"/>
            <a:ext cx="0" cy="31030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78BD66-14FA-C5F4-58F2-3B5D6DD39416}"/>
              </a:ext>
            </a:extLst>
          </p:cNvPr>
          <p:cNvCxnSpPr>
            <a:cxnSpLocks/>
          </p:cNvCxnSpPr>
          <p:nvPr userDrawn="1"/>
        </p:nvCxnSpPr>
        <p:spPr>
          <a:xfrm>
            <a:off x="8107591" y="2350110"/>
            <a:ext cx="0" cy="31030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hart Placeholder 13">
            <a:extLst>
              <a:ext uri="{FF2B5EF4-FFF2-40B4-BE49-F238E27FC236}">
                <a16:creationId xmlns:a16="http://schemas.microsoft.com/office/drawing/2014/main" id="{4178C5CA-DE4B-0137-5908-7AC260421039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4299877" y="3167741"/>
            <a:ext cx="3760788" cy="2304288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Chart Placeholder 13">
            <a:extLst>
              <a:ext uri="{FF2B5EF4-FFF2-40B4-BE49-F238E27FC236}">
                <a16:creationId xmlns:a16="http://schemas.microsoft.com/office/drawing/2014/main" id="{4A6BBAE5-E0B3-778E-5A6C-BC96E9D90807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8229205" y="3167741"/>
            <a:ext cx="3760788" cy="230428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0A7FB4C9-5894-F759-F8EB-0C8269C22DF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64850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 line goes here, Roboto 9pt, black, delete if not needed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C628281-1B7A-F03A-961F-96113EC8D7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91167" y="6322517"/>
            <a:ext cx="4378207" cy="262831"/>
          </a:xfrm>
        </p:spPr>
        <p:txBody>
          <a:bodyPr anchor="ctr"/>
          <a:lstStyle>
            <a:lvl1pPr marL="0" indent="0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 dirty="0">
                <a:solidFill>
                  <a:schemeClr val="tx1"/>
                </a:solidFill>
              </a:rPr>
              <a:t>Primary footnote here (“actuals”, etc.)</a:t>
            </a:r>
          </a:p>
        </p:txBody>
      </p:sp>
    </p:spTree>
    <p:extLst>
      <p:ext uri="{BB962C8B-B14F-4D97-AF65-F5344CB8AC3E}">
        <p14:creationId xmlns:p14="http://schemas.microsoft.com/office/powerpoint/2010/main" val="1164329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14D40FB-0EE0-5C72-D4AF-B16D5DA95F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0432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D40FB-0EE0-5C72-D4AF-B16D5DA95F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EBF3D3B3-284E-5E26-9C88-14CCD24E19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3213" y="1314449"/>
            <a:ext cx="8745571" cy="1371600"/>
          </a:xfrm>
        </p:spPr>
        <p:txBody>
          <a:bodyPr vert="horz" wrap="square" anchor="ctr">
            <a:noAutofit/>
          </a:bodyPr>
          <a:lstStyle>
            <a:lvl1pPr algn="ctr">
              <a:lnSpc>
                <a:spcPct val="80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Forecast Note</a:t>
            </a:r>
            <a:endParaRPr lang="en-IN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8E017CD-9662-04B5-F64E-D27C3545DC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9976" y="2982118"/>
            <a:ext cx="7212046" cy="893763"/>
          </a:xfrm>
        </p:spPr>
        <p:txBody>
          <a:bodyPr anchor="ctr"/>
          <a:lstStyle>
            <a:lvl1pPr marL="0" indent="0" algn="ctr">
              <a:buNone/>
              <a:defRPr sz="2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Note on overlap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F4D092-37DD-A1AC-50A1-84AF58597F1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" r="95"/>
          <a:stretch/>
        </p:blipFill>
        <p:spPr>
          <a:xfrm>
            <a:off x="225083" y="255508"/>
            <a:ext cx="3322979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1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iver &amp; Drag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BD483C1-5BB1-9675-F044-13B0F1BAD9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1170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8663C4-DBC6-911E-66A4-6412D251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443" y="425209"/>
            <a:ext cx="11187113" cy="54864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8850B-E2F5-C919-F370-D755CCE8DE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A9D80-AB25-435A-8FE8-312BAE2517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5F1F49D8-BEF5-CA5D-2CD2-84C94FCCB5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8021" y="6065329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4BFA4-7AB4-F02F-597A-436BE5ED47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" r="34"/>
          <a:stretch/>
        </p:blipFill>
        <p:spPr>
          <a:xfrm>
            <a:off x="345998" y="5947146"/>
            <a:ext cx="1673863" cy="685800"/>
          </a:xfrm>
          <a:prstGeom prst="rect">
            <a:avLst/>
          </a:prstGeom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407F033-4437-5D32-2564-EED7D25E5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4350" y="1028715"/>
            <a:ext cx="11187113" cy="457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FontTx/>
              <a:buNone/>
              <a:defRPr sz="20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IN" dirty="0"/>
              <a:t>Place text here</a:t>
            </a:r>
          </a:p>
        </p:txBody>
      </p:sp>
      <p:sp>
        <p:nvSpPr>
          <p:cNvPr id="14" name="Chart Placeholder 13">
            <a:extLst>
              <a:ext uri="{FF2B5EF4-FFF2-40B4-BE49-F238E27FC236}">
                <a16:creationId xmlns:a16="http://schemas.microsoft.com/office/drawing/2014/main" id="{DB6BFE00-EE55-E633-D276-2F974748153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514350" y="2605164"/>
            <a:ext cx="11187113" cy="30449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7">
            <a:extLst>
              <a:ext uri="{FF2B5EF4-FFF2-40B4-BE49-F238E27FC236}">
                <a16:creationId xmlns:a16="http://schemas.microsoft.com/office/drawing/2014/main" id="{A59621D1-41D5-198A-C477-2FD9BF4D011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28021" y="5829336"/>
            <a:ext cx="4891332" cy="164592"/>
          </a:xfrm>
        </p:spPr>
        <p:txBody>
          <a:bodyPr anchor="b" anchorCtr="0"/>
          <a:lstStyle>
            <a:lvl1pPr marL="0" indent="0" algn="r">
              <a:buNone/>
              <a:defRPr sz="9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Source line goes here, Roboto 9pt, black, delete if not needed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CE86FC94-1937-BF6B-1D3C-0E8B16DD98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72758" y="2233381"/>
            <a:ext cx="2046482" cy="174153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  <a:lvl2pPr marL="182562" indent="0">
              <a:buNone/>
              <a:defRPr sz="1200"/>
            </a:lvl2pPr>
            <a:lvl3pPr marL="411163" indent="0">
              <a:buNone/>
              <a:defRPr sz="1200"/>
            </a:lvl3pPr>
            <a:lvl4pPr marL="640080" indent="0">
              <a:buNone/>
              <a:defRPr sz="1200"/>
            </a:lvl4pPr>
            <a:lvl5pPr marL="868680" indent="0">
              <a:buNone/>
              <a:defRPr sz="1200"/>
            </a:lvl5pPr>
          </a:lstStyle>
          <a:p>
            <a:pPr lvl="0"/>
            <a:r>
              <a:rPr lang="en-US" dirty="0"/>
              <a:t>Category 1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5916C36-3DB7-601F-B86F-CDC70DDF922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80292" y="6342322"/>
            <a:ext cx="4231416" cy="303477"/>
          </a:xfrm>
        </p:spPr>
        <p:txBody>
          <a:bodyPr anchor="ctr"/>
          <a:lstStyle>
            <a:lvl1pPr marL="0" indent="0" algn="l">
              <a:buNone/>
              <a:defRPr sz="900"/>
            </a:lvl1pPr>
            <a:lvl2pPr marL="182562" indent="0">
              <a:buNone/>
              <a:defRPr sz="900"/>
            </a:lvl2pPr>
            <a:lvl3pPr marL="411163" indent="0">
              <a:buNone/>
              <a:defRPr sz="900"/>
            </a:lvl3pPr>
            <a:lvl4pPr marL="640080" indent="0">
              <a:buNone/>
              <a:defRPr sz="900"/>
            </a:lvl4pPr>
            <a:lvl5pPr marL="868680" indent="0">
              <a:buNone/>
              <a:defRPr sz="900"/>
            </a:lvl5pPr>
          </a:lstStyle>
          <a:p>
            <a:r>
              <a:rPr lang="en-US" sz="900" dirty="0">
                <a:solidFill>
                  <a:schemeClr val="tx1"/>
                </a:solidFill>
              </a:rPr>
              <a:t>Primary footnote here (“actuals”, </a:t>
            </a:r>
            <a:r>
              <a:rPr lang="en-US" sz="900" dirty="0" err="1">
                <a:solidFill>
                  <a:schemeClr val="tx1"/>
                </a:solidFill>
              </a:rPr>
              <a:t>etc</a:t>
            </a:r>
            <a:r>
              <a:rPr lang="en-US" sz="9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467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38F79805-354B-A9BF-88B7-40178107CA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8640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F79805-354B-A9BF-88B7-40178107CA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Placeholder 6">
            <a:extLst>
              <a:ext uri="{FF2B5EF4-FFF2-40B4-BE49-F238E27FC236}">
                <a16:creationId xmlns:a16="http://schemas.microsoft.com/office/drawing/2014/main" id="{2D96D484-F42E-0BCA-AC93-8BA9B92E3C9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A067A1-4A9E-3557-1124-C53E850CED5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>
          <a:xfrm>
            <a:off x="347472" y="5943600"/>
            <a:ext cx="1672598" cy="6858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F6935EE-63B4-9162-5189-C7BB156D57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3250" y="2909887"/>
            <a:ext cx="5905500" cy="1038225"/>
          </a:xfrm>
        </p:spPr>
        <p:txBody>
          <a:bodyPr vert="horz" anchor="ctr"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24268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5688D32-4881-45CA-3653-E57541CEC1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4029553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688D32-4881-45CA-3653-E57541CEC1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00744-CF80-9297-53D5-93BAD83B0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83456"/>
            <a:ext cx="11187113" cy="548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07DF0-FC62-3C1D-026C-0E0412D9D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51038"/>
            <a:ext cx="11187113" cy="36115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8" name="Slide Number Placeholder 167">
            <a:extLst>
              <a:ext uri="{FF2B5EF4-FFF2-40B4-BE49-F238E27FC236}">
                <a16:creationId xmlns:a16="http://schemas.microsoft.com/office/drawing/2014/main" id="{7C40C17F-41C7-5FBF-EE0B-9F073EC43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5159" y="6300204"/>
            <a:ext cx="146304" cy="16459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3ACA9D80-AB25-435A-8FE8-312BAE25171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7">
            <a:extLst>
              <a:ext uri="{FF2B5EF4-FFF2-40B4-BE49-F238E27FC236}">
                <a16:creationId xmlns:a16="http://schemas.microsoft.com/office/drawing/2014/main" id="{D4953C7F-98C6-59A0-7F14-868747C8AF9B}"/>
              </a:ext>
            </a:extLst>
          </p:cNvPr>
          <p:cNvSpPr txBox="1">
            <a:spLocks/>
          </p:cNvSpPr>
          <p:nvPr userDrawn="1"/>
        </p:nvSpPr>
        <p:spPr>
          <a:xfrm>
            <a:off x="7578369" y="6300204"/>
            <a:ext cx="3839256" cy="18108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900" i="1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1148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2pPr>
            <a:lvl3pPr marL="64008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3pPr>
            <a:lvl4pPr marL="64008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4pPr>
            <a:lvl5pPr marL="109728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Roboto Condensed" panose="02000000000000000000" pitchFamily="2" charset="0"/>
                <a:cs typeface="Roboto Condensed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r"/>
            <a:r>
              <a:rPr lang="en-US" sz="900" dirty="0"/>
              <a:t>Circana, LLC |  Proprietary and confidential</a:t>
            </a:r>
          </a:p>
        </p:txBody>
      </p:sp>
      <p:sp>
        <p:nvSpPr>
          <p:cNvPr id="303" name="hl">
            <a:extLst>
              <a:ext uri="{FF2B5EF4-FFF2-40B4-BE49-F238E27FC236}">
                <a16:creationId xmlns:a16="http://schemas.microsoft.com/office/drawing/2014/main" id="{B7404EFC-1D2E-332A-D419-1647AA391C92}"/>
              </a:ext>
            </a:extLst>
          </p:cNvPr>
          <p:cNvSpPr txBox="1"/>
          <p:nvPr userDrawn="1"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04" name="fl">
            <a:extLst>
              <a:ext uri="{FF2B5EF4-FFF2-40B4-BE49-F238E27FC236}">
                <a16:creationId xmlns:a16="http://schemas.microsoft.com/office/drawing/2014/main" id="{AA778CD1-1496-E4AE-F80C-E55A02605710}"/>
              </a:ext>
            </a:extLst>
          </p:cNvPr>
          <p:cNvSpPr txBox="1"/>
          <p:nvPr userDrawn="1"/>
        </p:nvSpPr>
        <p:spPr>
          <a:xfrm>
            <a:off x="-95415" y="6512907"/>
            <a:ext cx="1219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3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699" r:id="rId2"/>
    <p:sldLayoutId id="2147483735" r:id="rId3"/>
    <p:sldLayoutId id="2147483747" r:id="rId4"/>
    <p:sldLayoutId id="2147483740" r:id="rId5"/>
    <p:sldLayoutId id="2147483745" r:id="rId6"/>
    <p:sldLayoutId id="2147483749" r:id="rId7"/>
    <p:sldLayoutId id="2147483744" r:id="rId8"/>
    <p:sldLayoutId id="2147483722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SzPct val="80000"/>
        <a:buFont typeface="Webdings" panose="05030102010509060703" pitchFamily="18" charset="2"/>
        <a:buChar char="="/>
        <a:defRPr sz="24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1pPr>
      <a:lvl2pPr marL="514350" indent="-331788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Font typeface="Courier New" panose="02070309020205020404" pitchFamily="49" charset="0"/>
        <a:buChar char="o"/>
        <a:defRPr sz="22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2pPr>
      <a:lvl3pPr marL="741363" indent="-330200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Font typeface="Roboto Condensed" panose="02000000000000000000" pitchFamily="2" charset="0"/>
        <a:buChar char="―"/>
        <a:defRPr sz="20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3pPr>
      <a:lvl4pPr marL="86868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4pPr>
      <a:lvl5pPr marL="1154430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400"/>
        </a:spcAft>
        <a:buClr>
          <a:schemeClr val="accent5"/>
        </a:buClr>
        <a:buSzPct val="80000"/>
        <a:buFont typeface="Roboto Condensed" panose="02000000000000000000" pitchFamily="2" charset="0"/>
        <a:buChar char="—"/>
        <a:defRPr sz="1600" kern="1200">
          <a:solidFill>
            <a:schemeClr val="tx1"/>
          </a:solidFill>
          <a:latin typeface="+mn-lt"/>
          <a:ea typeface="Roboto Condensed" panose="02000000000000000000" pitchFamily="2" charset="0"/>
          <a:cs typeface="Roboto Condensed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324" userDrawn="1">
          <p15:clr>
            <a:srgbClr val="A4A3A4"/>
          </p15:clr>
        </p15:guide>
        <p15:guide id="3" pos="7371" userDrawn="1">
          <p15:clr>
            <a:srgbClr val="A4A3A4"/>
          </p15:clr>
        </p15:guide>
        <p15:guide id="5" orient="horz" pos="1229" userDrawn="1">
          <p15:clr>
            <a:srgbClr val="A4A3A4"/>
          </p15:clr>
        </p15:guide>
        <p15:guide id="6" orient="horz" pos="3960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3888" userDrawn="1">
          <p15:clr>
            <a:srgbClr val="A4A3A4"/>
          </p15:clr>
        </p15:guide>
        <p15:guide id="9" pos="3792" userDrawn="1">
          <p15:clr>
            <a:srgbClr val="A4A3A4"/>
          </p15:clr>
        </p15:guide>
        <p15:guide id="10" orient="horz" pos="4080" userDrawn="1">
          <p15:clr>
            <a:srgbClr val="A4A3A4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ATIONID" val="a8937cca-b275-4b14-9e94-a4ce9ff50876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ircana Template 2023">
  <a:themeElements>
    <a:clrScheme name="Custom 8">
      <a:dk1>
        <a:srgbClr val="000000"/>
      </a:dk1>
      <a:lt1>
        <a:srgbClr val="FFFFFF"/>
      </a:lt1>
      <a:dk2>
        <a:srgbClr val="4E106F"/>
      </a:dk2>
      <a:lt2>
        <a:srgbClr val="FFFFFF"/>
      </a:lt2>
      <a:accent1>
        <a:srgbClr val="4E106F"/>
      </a:accent1>
      <a:accent2>
        <a:srgbClr val="EF2A79"/>
      </a:accent2>
      <a:accent3>
        <a:srgbClr val="FF9971"/>
      </a:accent3>
      <a:accent4>
        <a:srgbClr val="FDD900"/>
      </a:accent4>
      <a:accent5>
        <a:srgbClr val="7A4C93"/>
      </a:accent5>
      <a:accent6>
        <a:srgbClr val="A687B7"/>
      </a:accent6>
      <a:hlink>
        <a:srgbClr val="EF2A79"/>
      </a:hlink>
      <a:folHlink>
        <a:srgbClr val="EF2A79"/>
      </a:folHlink>
    </a:clrScheme>
    <a:fontScheme name="IRI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">
      <a:srgbClr val="3F3F3F"/>
    </a:custClr>
    <a:custClr name="Mid Gray">
      <a:srgbClr val="7F7F7F"/>
    </a:custClr>
    <a:custClr name="Light Gray">
      <a:srgbClr val="BFBFB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��
</file>

<file path=customXml/item2.xml>��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4ea840-785e-4567-a625-9f56d65b8c84">
      <Terms xmlns="http://schemas.microsoft.com/office/infopath/2007/PartnerControls"/>
    </lcf76f155ced4ddcb4097134ff3c332f>
    <TaxCatchAll xmlns="b4adb5d0-17ae-4a4a-ad85-dcea54dad72f" xsi:nil="true"/>
    <SharedWithUsers xmlns="b4adb5d0-17ae-4a4a-ad85-dcea54dad72f">
      <UserInfo>
        <DisplayName>Krish Shah</DisplayName>
        <AccountId>361</AccountId>
        <AccountType/>
      </UserInfo>
      <UserInfo>
        <DisplayName>Maddie Hall</DisplayName>
        <AccountId>196</AccountId>
        <AccountType/>
      </UserInfo>
      <UserInfo>
        <DisplayName>Phill Rees</DisplayName>
        <AccountId>360</AccountId>
        <AccountType/>
      </UserInfo>
      <UserInfo>
        <DisplayName>Keisha Ridwan</DisplayName>
        <AccountId>12</AccountId>
        <AccountType/>
      </UserInfo>
      <UserInfo>
        <DisplayName>Lynn Ritts</DisplayName>
        <AccountId>362</AccountId>
        <AccountType/>
      </UserInfo>
      <UserInfo>
        <DisplayName>Ed Sarge</DisplayName>
        <AccountId>363</AccountId>
        <AccountType/>
      </UserInfo>
      <UserInfo>
        <DisplayName>Pallavi Kadam</DisplayName>
        <AccountId>51</AccountId>
        <AccountType/>
      </UserInfo>
      <UserInfo>
        <DisplayName>Dave Janka</DisplayName>
        <AccountId>378</AccountId>
        <AccountType/>
      </UserInfo>
    </SharedWithUsers>
    <TranslatedLang xmlns="874ea840-785e-4567-a625-9f56d65b8c84" xsi:nil="true"/>
  </documentManagement>
</p:properti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B46F1BF86F8A46A1EFD8C2CB29C465" ma:contentTypeVersion="15" ma:contentTypeDescription="Create a new document." ma:contentTypeScope="" ma:versionID="9c63cef642dc1a93d62c473a59155727">
  <xsd:schema xmlns:xsd="http://www.w3.org/2001/XMLSchema" xmlns:xs="http://www.w3.org/2001/XMLSchema" xmlns:p="http://schemas.microsoft.com/office/2006/metadata/properties" xmlns:ns2="b4adb5d0-17ae-4a4a-ad85-dcea54dad72f" xmlns:ns3="874ea840-785e-4567-a625-9f56d65b8c84" targetNamespace="http://schemas.microsoft.com/office/2006/metadata/properties" ma:root="true" ma:fieldsID="484d18e2705705dd0cfd841ce3d6bf2c" ns2:_="" ns3:_="">
    <xsd:import namespace="b4adb5d0-17ae-4a4a-ad85-dcea54dad72f"/>
    <xsd:import namespace="874ea840-785e-4567-a625-9f56d65b8c8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  <xsd:element ref="ns3:TranslatedLang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adb5d0-17ae-4a4a-ad85-dcea54dad72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e41dac61-5ea3-4fb7-b6e3-2baf6cf45e4e}" ma:internalName="TaxCatchAll" ma:showField="CatchAllData" ma:web="b4adb5d0-17ae-4a4a-ad85-dcea54dad7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4ea840-785e-4567-a625-9f56d65b8c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0acf2a12-12ca-4c79-a9ff-6a8623f648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ranslatedLang" ma:index="22" nillable="true" ma:displayName="Translated Language" ma:internalName="TranslatedLang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A72E14-F0BE-4B0F-9B25-ECCDAB6B6AB6}">
  <ds:schemaRefs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9F819E7-8DC8-4750-A278-ECA796C05A14}">
  <ds:schemaRefs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A069718-7262-49BC-9973-DE69CC86CAD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6001101-6CDE-47A9-ADC1-81A68CF96486}">
  <ds:schemaRefs>
    <ds:schemaRef ds:uri="0b7a3957-c737-42da-99d4-36c8206721b1"/>
    <ds:schemaRef ds:uri="1262d0d8-86e9-4846-b0c8-3102565596f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874ea840-785e-4567-a625-9f56d65b8c84"/>
    <ds:schemaRef ds:uri="b4adb5d0-17ae-4a4a-ad85-dcea54dad72f"/>
  </ds:schemaRefs>
</ds:datastoreItem>
</file>

<file path=customXml/itemProps5.xml><?xml version="1.0" encoding="utf-8"?>
<ds:datastoreItem xmlns:ds="http://schemas.openxmlformats.org/officeDocument/2006/customXml" ds:itemID="{B28BB7D7-3383-410C-98D5-089847B6FF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adb5d0-17ae-4a4a-ad85-dcea54dad72f"/>
    <ds:schemaRef ds:uri="874ea840-785e-4567-a625-9f56d65b8c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Poppins</vt:lpstr>
      <vt:lpstr>Courier New</vt:lpstr>
      <vt:lpstr>Roboto Condensed</vt:lpstr>
      <vt:lpstr>Webdings</vt:lpstr>
      <vt:lpstr>Circana Template 2023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Circana PowerPoint Template 2023</dc:title>
  <dc:subject/>
  <dc:creator>Marketing</dc:creator>
  <cp:keywords/>
  <dc:description/>
  <cp:lastModifiedBy>Ciaran MacDermott</cp:lastModifiedBy>
  <cp:revision>23</cp:revision>
  <dcterms:created xsi:type="dcterms:W3CDTF">2023-02-06T07:05:06Z</dcterms:created>
  <dcterms:modified xsi:type="dcterms:W3CDTF">2026-02-11T22:03:50Z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">
    <vt:lpwstr>Client Third Party Confidential</vt:lpwstr>
  </property>
  <property fmtid="{D5CDD505-2E9C-101B-9397-08002B2CF9AE}" pid="4" name="HeaderFooterSelection">
    <vt:lpwstr>NoHeaderFooter</vt:lpwstr>
  </property>
  <property fmtid="{D5CDD505-2E9C-101B-9397-08002B2CF9AE}" pid="5" name="ContentTypeId">
    <vt:lpwstr>0x0101007DB46F1BF86F8A46A1EFD8C2CB29C465</vt:lpwstr>
  </property>
  <property fmtid="{D5CDD505-2E9C-101B-9397-08002B2CF9AE}" pid="6" name="TitusGUID">
    <vt:lpwstr>c94a3890-fac0-40b2-acf4-dee3b49b0f0e</vt:lpwstr>
  </property>
</Properties>
</file>